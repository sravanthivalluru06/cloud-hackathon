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F146-FBAA-BA45-F3CA-AA8545942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0F06A-CBE9-2930-2980-579B5ED9D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8D36C-368E-2E7C-A07C-6E4AFBBA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24C8A-B85C-BDDB-745C-59806247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3E2B-3720-D8ED-10B9-BBCA2E97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2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D55A-B591-EA17-CDC8-EB3D398A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61E4-CA49-D90C-961E-1CE289060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47592-5AD5-B2DF-D6ED-F902F6B3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C397F-75CD-37E3-0FD1-B0F49644B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11B13-DC28-16B8-8739-6B36549E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C77D-EC80-E47B-89A2-8167498C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95943-2130-1008-3F70-9D2AE0B88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894DA-0BAC-5E21-E3D9-172835D6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89063-B970-DB96-1FD2-8B1F1A4F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AAE3D-7415-B630-BD35-1787FCF8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7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559F-3634-1D7D-39A4-97875697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75098-963A-35FA-442C-363B7A3DB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E20B8-0841-7947-22F2-AE963282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04231-508A-9221-8226-2B1A74930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AB6C3-92AF-5031-2ACD-56831496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3E91B-9C40-E291-8C3F-C21CCE4A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92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253D-F489-5CA4-7DF5-9CEE10F4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B5AE9-7D03-BD66-4766-F4C59014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B7514-E78E-4D0C-4D13-728F76E37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726F9-CD81-B03F-DC50-D97443F4A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E1662-C44D-F146-F990-5224D55A0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19983-A318-4626-19E8-CDFEED02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758C3-3B6E-781F-FA8D-865786AC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94EEC-5F44-E018-2869-0FFDB134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2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3111-1F32-0E42-7BEF-C26144DC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5D88C-20D2-9059-4457-4BE835B9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066E5-AE03-D91F-693E-11AABED1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0CDF1-AD46-B5F4-5D7F-F511E290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75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2F823-EA2B-8457-6968-E3761DC9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7C8D1-D4EC-0DA0-8A72-0CCABA236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3108F-298A-F52C-5C4D-AFB5C35C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0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2DC1-A716-BE0A-2706-228B70C0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9F9B-FE3B-BA61-DA4D-F4C595E5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5AC03-B5E0-63E7-9914-8BFC4BF7D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CE781-77D4-32A7-F0EE-CF5355AD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27A28-B0BE-A556-95DE-6E65ED39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AF04D-A02E-6D8A-4290-07664F0E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94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FEEA-3BAC-68C7-8C20-F2B9EF6C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5C328-C237-8A4B-3B6A-B8B8178F8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C0D8A-3D9C-F715-4FF4-AF90E43CE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52BEF-F5B6-F24E-BEB8-2249C3F4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BD57A-2A05-F017-8319-4A295650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412A6-8560-8050-1286-0A1E16A3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64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F6D9-A290-B285-55AB-B13AECE7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280AC-F25F-2BDC-7C2D-D10B503D1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08AB3-67C7-3344-5361-2EC486B6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B2E7E-9754-8303-9C63-22775959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0D708-7B01-565D-F8F4-B578BE3E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4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B8BDA-2F62-8688-5388-DF6596E4E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623BD-9246-D012-BB0B-5BD6ADF43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4751-D73C-F499-B69B-DA7AAB079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2B2C-FF20-8672-D04B-3E73AA23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0B944-B58B-396B-563A-FD00ED1A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88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A8A12-EB05-06FA-9E5F-0A131F761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4E115-0C4F-92F0-FC45-F33E93A98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03CA-A81A-A51F-4054-534A37938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24A9C-D6C5-4ADB-AEBB-83F56A6E5C4C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F926B-6C67-F253-6451-CAAB2BF33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B8A4E-DA25-FBEB-41FE-8E92A9071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80F1C-B04C-43FB-9493-50C167974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42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17F0-3B5F-CCDF-374C-9669978CC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84E6-AC22-3C3C-D813-BE2539B75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19A94-2778-D4C5-AA6E-649244862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AB30B7-31CE-EFF5-39F4-D9C6A28B685E}"/>
              </a:ext>
            </a:extLst>
          </p:cNvPr>
          <p:cNvSpPr txBox="1"/>
          <p:nvPr/>
        </p:nvSpPr>
        <p:spPr>
          <a:xfrm>
            <a:off x="9330813" y="5757818"/>
            <a:ext cx="286118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V.L. Sravanthi – 2320090021</a:t>
            </a:r>
          </a:p>
          <a:p>
            <a:r>
              <a:rPr lang="en-US" sz="1100" dirty="0"/>
              <a:t>T. Sri Ruchitha – 2320090035</a:t>
            </a:r>
          </a:p>
          <a:p>
            <a:r>
              <a:rPr lang="en-US" sz="1100" dirty="0"/>
              <a:t>M. Praneetha - 2320030114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88343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73073-1F80-2F17-D7F0-36BE3593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59FE-9FDB-832F-C138-1B31A6F4D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0EAA4-2825-8D96-9504-D3026A7C0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0AF79-4CB8-30E9-F564-2175C6D5D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4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91D5-2290-FE9F-9B75-10B944307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F029D-63DB-3AFF-7633-C6B24C46E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E04BF-39B3-DF10-D93C-721DBC0B0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8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11AB-051B-9641-2D47-1C289F310A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7517F-1687-641A-8F84-A860F45A7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28B67-8764-49DA-AA41-1F6685043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8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84AE-B343-703D-C939-618F3F189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221D9-8731-FA4B-D175-EF1732A22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57370-85CC-866A-CA92-862A1D057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0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55CBC-F82D-DAD4-89B0-B61FDA774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E5A63-AD00-1047-237F-59AD1AF46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53DCC-E474-DBA6-A2E9-DA83DA231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9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E7D8-A716-A75F-2CBF-FA8883C4D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BC994-1BA7-6926-C78A-FD9C62E27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E30F8-FCD0-97B7-C1ED-914BAF1EB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00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Valluru</dc:creator>
  <cp:lastModifiedBy>Sravanthi Valluru</cp:lastModifiedBy>
  <cp:revision>1</cp:revision>
  <dcterms:created xsi:type="dcterms:W3CDTF">2026-04-06T19:03:48Z</dcterms:created>
  <dcterms:modified xsi:type="dcterms:W3CDTF">2026-04-06T19:12:39Z</dcterms:modified>
</cp:coreProperties>
</file>